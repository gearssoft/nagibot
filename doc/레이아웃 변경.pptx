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1" r:id="rId5"/>
    <p:sldId id="262" r:id="rId6"/>
    <p:sldId id="260" r:id="rId7"/>
    <p:sldId id="25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3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81E4-FB6C-4A2A-9F0A-678778ADF197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9D2E-C1B3-4CBB-BEBA-9E1FDB2D57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139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81E4-FB6C-4A2A-9F0A-678778ADF197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9D2E-C1B3-4CBB-BEBA-9E1FDB2D57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9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81E4-FB6C-4A2A-9F0A-678778ADF197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9D2E-C1B3-4CBB-BEBA-9E1FDB2D57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01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81E4-FB6C-4A2A-9F0A-678778ADF197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9D2E-C1B3-4CBB-BEBA-9E1FDB2D57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92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81E4-FB6C-4A2A-9F0A-678778ADF197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9D2E-C1B3-4CBB-BEBA-9E1FDB2D57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829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81E4-FB6C-4A2A-9F0A-678778ADF197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9D2E-C1B3-4CBB-BEBA-9E1FDB2D57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4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81E4-FB6C-4A2A-9F0A-678778ADF197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9D2E-C1B3-4CBB-BEBA-9E1FDB2D57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25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81E4-FB6C-4A2A-9F0A-678778ADF197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9D2E-C1B3-4CBB-BEBA-9E1FDB2D57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02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81E4-FB6C-4A2A-9F0A-678778ADF197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9D2E-C1B3-4CBB-BEBA-9E1FDB2D57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70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81E4-FB6C-4A2A-9F0A-678778ADF197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9D2E-C1B3-4CBB-BEBA-9E1FDB2D57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354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81E4-FB6C-4A2A-9F0A-678778ADF197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9D2E-C1B3-4CBB-BEBA-9E1FDB2D57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536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781E4-FB6C-4A2A-9F0A-678778ADF197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69D2E-C1B3-4CBB-BEBA-9E1FDB2D57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538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r="34320"/>
          <a:stretch/>
        </p:blipFill>
        <p:spPr>
          <a:xfrm>
            <a:off x="948186" y="0"/>
            <a:ext cx="10708106" cy="586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94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34320"/>
          <a:stretch/>
        </p:blipFill>
        <p:spPr>
          <a:xfrm>
            <a:off x="250603" y="1100145"/>
            <a:ext cx="5791978" cy="31701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707" y="1065229"/>
            <a:ext cx="5561175" cy="3205113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6174557" y="2045616"/>
            <a:ext cx="321150" cy="1319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34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247650"/>
            <a:ext cx="11153775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7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/>
          <p:cNvSpPr/>
          <p:nvPr/>
        </p:nvSpPr>
        <p:spPr>
          <a:xfrm>
            <a:off x="235670" y="1461155"/>
            <a:ext cx="11660957" cy="26395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235670" y="4526437"/>
            <a:ext cx="11660957" cy="26395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593" y="425959"/>
            <a:ext cx="3943900" cy="372479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10" y="3806926"/>
            <a:ext cx="10269383" cy="254353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148" y="207389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83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84840" y="1310326"/>
            <a:ext cx="12276840" cy="11500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840" y="-128244"/>
            <a:ext cx="5257800" cy="43053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0" y="4733827"/>
            <a:ext cx="12276840" cy="1150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840" y="3943350"/>
            <a:ext cx="7772400" cy="29146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260" y="2242515"/>
            <a:ext cx="1143160" cy="64779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994" y="651232"/>
            <a:ext cx="1028844" cy="107647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556" y="651232"/>
            <a:ext cx="1305107" cy="97168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577" y="-139242"/>
            <a:ext cx="3898966" cy="3898966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287" y="1535166"/>
            <a:ext cx="3943900" cy="372479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060" y="4225504"/>
            <a:ext cx="10269383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85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585034" y="-33480"/>
            <a:ext cx="11055927" cy="63361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85034" y="-33480"/>
            <a:ext cx="11055927" cy="369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919361" y="335974"/>
            <a:ext cx="7721600" cy="4313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85034" y="335974"/>
            <a:ext cx="3334327" cy="2161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85034" y="2492665"/>
            <a:ext cx="3334327" cy="2161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85034" y="4649356"/>
            <a:ext cx="3334325" cy="1662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919360" y="4653974"/>
            <a:ext cx="7721601" cy="1662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361" y="340591"/>
            <a:ext cx="7721600" cy="431338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33" y="1532081"/>
            <a:ext cx="3334327" cy="213822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33" y="349827"/>
            <a:ext cx="3334328" cy="1168401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11" y="3670301"/>
            <a:ext cx="3295650" cy="17335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711" y="5413088"/>
            <a:ext cx="3295648" cy="908050"/>
          </a:xfrm>
          <a:prstGeom prst="rect">
            <a:avLst/>
          </a:prstGeom>
        </p:spPr>
      </p:pic>
      <p:sp>
        <p:nvSpPr>
          <p:cNvPr id="16" name="모서리가 둥근 직사각형 15"/>
          <p:cNvSpPr/>
          <p:nvPr/>
        </p:nvSpPr>
        <p:spPr>
          <a:xfrm>
            <a:off x="3926864" y="4649355"/>
            <a:ext cx="3853296" cy="1648692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7775827" y="4653973"/>
            <a:ext cx="3853296" cy="164869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61" y="-34925"/>
            <a:ext cx="11128661" cy="400050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3972752" y="4630882"/>
            <a:ext cx="1734707" cy="1648692"/>
          </a:xfrm>
          <a:prstGeom prst="rect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비상정지</a:t>
            </a:r>
            <a:endParaRPr lang="ko-KR" altLang="en-US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7459" y="4665518"/>
            <a:ext cx="2833834" cy="1625602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1292" y="4683413"/>
            <a:ext cx="3087829" cy="164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24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86691" y="397164"/>
            <a:ext cx="11055927" cy="63361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886691" y="397164"/>
            <a:ext cx="11055927" cy="369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4221018" y="766618"/>
            <a:ext cx="7721600" cy="4313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86691" y="766618"/>
            <a:ext cx="3334327" cy="2161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86691" y="2923309"/>
            <a:ext cx="3334327" cy="2161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886691" y="5080000"/>
            <a:ext cx="3334327" cy="1662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9144001" y="5084618"/>
            <a:ext cx="2798618" cy="16625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221019" y="5089236"/>
            <a:ext cx="1779188" cy="1662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091645" y="5089236"/>
            <a:ext cx="3052355" cy="16625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028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</Words>
  <Application>Microsoft Office PowerPoint</Application>
  <PresentationFormat>와이드스크린</PresentationFormat>
  <Paragraphs>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Ace</dc:creator>
  <cp:lastModifiedBy>Ace</cp:lastModifiedBy>
  <cp:revision>1</cp:revision>
  <dcterms:created xsi:type="dcterms:W3CDTF">2025-07-18T07:09:23Z</dcterms:created>
  <dcterms:modified xsi:type="dcterms:W3CDTF">2025-07-18T07:14:33Z</dcterms:modified>
</cp:coreProperties>
</file>